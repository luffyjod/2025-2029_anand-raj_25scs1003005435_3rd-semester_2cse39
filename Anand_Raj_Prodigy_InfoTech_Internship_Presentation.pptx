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lm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541020"/>
            <a:ext cx="3886200" cy="518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508760"/>
            <a:ext cx="103327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000" b="1">
                <a:solidFill>
                  <a:srgbClr val="18365C"/>
                </a:solidFill>
                <a:latin typeface="Aptos Display"/>
              </a:defRPr>
            </a:pPr>
            <a:r>
              <a:t>WEB DEVELOPMENT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3327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0">
                <a:solidFill>
                  <a:srgbClr val="2F67B2"/>
                </a:solidFill>
                <a:latin typeface="Aptos"/>
              </a:defRPr>
            </a:pPr>
            <a:r>
              <a:t>Internship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97480"/>
            <a:ext cx="3429000" cy="22860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3017520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Student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3017520"/>
            <a:ext cx="4297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t>ANAND RAJ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410712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Enrollment 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410712"/>
            <a:ext cx="1529586" cy="28469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rPr lang="en-IN" dirty="0"/>
              <a:t>25SCS1003005435 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2926080" y="3803904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Program &amp; Semester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3803904"/>
            <a:ext cx="2093971" cy="28469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rPr dirty="0" err="1"/>
              <a:t>B.Tech</a:t>
            </a:r>
            <a:r>
              <a:rPr dirty="0"/>
              <a:t> CSE  |  Semester:</a:t>
            </a:r>
            <a:r>
              <a:rPr lang="en-IN" dirty="0"/>
              <a:t> 3rd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926080" y="4197096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Batch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197096"/>
            <a:ext cx="4297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t>2025 – 2029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590288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4590288"/>
            <a:ext cx="4297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t>Prodigy InfoTech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983479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Internship Period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983479"/>
            <a:ext cx="4297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t>15 August 2026 – 15 September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18365C"/>
                </a:solidFill>
                <a:latin typeface="Aptos"/>
              </a:defRPr>
            </a:pPr>
            <a:r>
              <a:t>School of Computer Science and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72784"/>
            <a:ext cx="10332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66707A"/>
                </a:solidFill>
                <a:latin typeface="Aptos"/>
              </a:defRPr>
            </a:pPr>
            <a:r>
              <a:t>IILM University, Greater Noida, U.P.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0">
                <a:solidFill>
                  <a:srgbClr val="23282D"/>
                </a:solidFill>
                <a:latin typeface="Aptos"/>
              </a:defRPr>
            </a:pPr>
            <a:r>
              <a:t>A practical full-stack web development internship focused on building and understanding web application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42316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EB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8365C"/>
                </a:solidFill>
                <a:latin typeface="Aptos"/>
              </a:defRPr>
            </a:pPr>
            <a:r>
              <a:t>15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4231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Internship begins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27832" y="2057400"/>
            <a:ext cx="502920" cy="228600"/>
          </a:xfrm>
          <a:prstGeom prst="rightArrow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20439" y="1965960"/>
            <a:ext cx="242316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EB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8365C"/>
                </a:solidFill>
                <a:latin typeface="Aptos"/>
              </a:defRPr>
            </a:pPr>
            <a:r>
              <a:t>Task-based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2514600"/>
            <a:ext cx="24231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Frontend + backend development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16752" y="2057400"/>
            <a:ext cx="502920" cy="228600"/>
          </a:xfrm>
          <a:prstGeom prst="rightArrow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59" y="1965960"/>
            <a:ext cx="242316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EB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8365C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514600"/>
            <a:ext cx="24231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Browser, API and database validation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05672" y="2057400"/>
            <a:ext cx="502920" cy="228600"/>
          </a:xfrm>
          <a:prstGeom prst="rightArrow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098280" y="1965960"/>
            <a:ext cx="242316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EB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8365C"/>
                </a:solidFill>
                <a:latin typeface="Aptos"/>
              </a:defRPr>
            </a:pPr>
            <a:r>
              <a:t>15 Sep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514600"/>
            <a:ext cx="24231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Internship 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2900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18365C"/>
                </a:solidFill>
                <a:latin typeface="Aptos"/>
              </a:defRPr>
            </a:pPr>
            <a:r>
              <a:t>Task 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01  Secure User Authentication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02  Employee Management System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03  Local Store E-commerce Platform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04  Real-Time Chat Application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05  Social Media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429000"/>
            <a:ext cx="2286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18365C"/>
                </a:solidFill>
                <a:latin typeface="Aptos"/>
              </a:defRPr>
            </a:pPr>
            <a:r>
              <a:t>Internship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404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User-facing web interfaces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Server-side APIs and application logic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Authentication, validation and secure handling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MongoDB-backed data storage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Testing, debugging and documentation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Objectives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5212080" cy="4846320"/>
          </a:xfrm>
          <a:prstGeom prst="rect">
            <a:avLst/>
          </a:prstGeom>
          <a:solidFill>
            <a:srgbClr val="EBF2FA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389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000" b="1">
                <a:solidFill>
                  <a:srgbClr val="18365C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143000"/>
            <a:ext cx="5212080" cy="4846320"/>
          </a:xfrm>
          <a:prstGeom prst="rect">
            <a:avLst/>
          </a:prstGeom>
          <a:solidFill>
            <a:srgbClr val="F5F7F9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79" y="1417320"/>
            <a:ext cx="4389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000" b="1">
                <a:solidFill>
                  <a:srgbClr val="18365C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Gain practical experience in full-stack web development.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Strengthen HTML, CSS and JavaScript skills.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Understand Node.js and Express.js server-side development.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Implement secure registration, login and protected routes.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Use password hashing and token-based authentication.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Connect applications with MongoDB for persistent data.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Improve debugging, testing and problem-solving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Authentication and protected resource access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Employee record CRUD workflows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E-commerce catalogue and shopping flow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Real-time communication concepts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Social media interaction concepts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Responsive and user-friendly interfaces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Documentation using screenshots and structured reporting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Technologies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6245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HTML5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5506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Page structure, forms and content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23444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33672" y="136245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CSS3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165506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Layout, styling and responsive presentation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23444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71231" y="136245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165506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Client-side interaction and logic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33172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45973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75234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Server-side JavaScript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233172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3672" y="245973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275234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Backend server and API routes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33172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71231" y="245973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MongoDB / Mongoose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275234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Persistent data and database operations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2900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55701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bcrypt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84962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Password hashing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80" y="342900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33672" y="355701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JWT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3672" y="384962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Token-based authentication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42900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71231" y="355701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VS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384962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Development environment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69080" y="452628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33672" y="465429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Git / GitHub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3672" y="494690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Version control and submission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50" b="0">
                <a:solidFill>
                  <a:srgbClr val="66707A"/>
                </a:solidFill>
                <a:latin typeface="Aptos"/>
              </a:defRPr>
            </a:pPr>
            <a:r>
              <a:t>Core implementation documented in the report: Secure User Authentication with Node.js, Express.js, MongoDB, bcrypt and JWT.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System Architecture – Secure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5156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0">
                <a:solidFill>
                  <a:srgbClr val="23282D"/>
                </a:solidFill>
                <a:latin typeface="Aptos"/>
              </a:defRPr>
            </a:pPr>
            <a:r>
              <a:t>Client–server flow used by the implemented authentication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743200" cy="1143000"/>
          </a:xfrm>
          <a:prstGeom prst="rect">
            <a:avLst/>
          </a:prstGeom>
          <a:solidFill>
            <a:srgbClr val="EBF2FA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148840"/>
            <a:ext cx="2423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18365C"/>
                </a:solidFill>
                <a:latin typeface="Aptos"/>
              </a:defRPr>
            </a:pPr>
            <a:r>
              <a:t>Browser /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66707A"/>
                </a:solidFill>
                <a:latin typeface="Aptos"/>
              </a:defRPr>
            </a:pPr>
            <a:r>
              <a:t>HTML • CSS • JavaScript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965960"/>
            <a:ext cx="27432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16552" y="2148840"/>
            <a:ext cx="2423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18365C"/>
                </a:solidFill>
                <a:latin typeface="Aptos"/>
              </a:defRPr>
            </a:pPr>
            <a:r>
              <a:t>Node.js + 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514600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66707A"/>
                </a:solidFill>
                <a:latin typeface="Aptos"/>
              </a:defRPr>
            </a:pPr>
            <a:r>
              <a:t>API routes • validation • logic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965960"/>
            <a:ext cx="2743200" cy="1143000"/>
          </a:xfrm>
          <a:prstGeom prst="rect">
            <a:avLst/>
          </a:prstGeom>
          <a:solidFill>
            <a:srgbClr val="EBF2FA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2148840"/>
            <a:ext cx="2423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18365C"/>
                </a:solidFill>
                <a:latin typeface="Aptos"/>
              </a:defRPr>
            </a:pPr>
            <a:r>
              <a:t>Security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2514600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66707A"/>
                </a:solidFill>
                <a:latin typeface="Aptos"/>
              </a:defRPr>
            </a:pPr>
            <a:r>
              <a:t>bcrypt • JWT • protected routes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4160520"/>
            <a:ext cx="27432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4343400"/>
            <a:ext cx="2423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18365C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4709159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66707A"/>
                </a:solidFill>
                <a:latin typeface="Aptos"/>
              </a:defRPr>
            </a:pPr>
            <a:r>
              <a:t>User records • persistence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429000" y="2350008"/>
            <a:ext cx="640080" cy="274320"/>
          </a:xfrm>
          <a:prstGeom prst="rightArrow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6949440" y="2350008"/>
            <a:ext cx="640080" cy="274320"/>
          </a:xfrm>
          <a:prstGeom prst="rightArrow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own Arrow 19"/>
          <p:cNvSpPr/>
          <p:nvPr/>
        </p:nvSpPr>
        <p:spPr>
          <a:xfrm>
            <a:off x="5440680" y="3182112"/>
            <a:ext cx="274320" cy="685800"/>
          </a:xfrm>
          <a:prstGeom prst="downArrow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5623560"/>
            <a:ext cx="9509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0">
                <a:solidFill>
                  <a:srgbClr val="66707A"/>
                </a:solidFill>
                <a:latin typeface="Aptos"/>
              </a:defRPr>
            </a:pPr>
            <a:r>
              <a:t>Requests → validation → database/security checks → authenticated 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0" y="1691640"/>
            <a:ext cx="7543800" cy="434340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Task 1 – Secure User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2F67B2"/>
                </a:solidFill>
                <a:latin typeface="Aptos"/>
              </a:defRPr>
            </a:pPr>
            <a:r>
              <a:t>Task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896112"/>
            <a:ext cx="95097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50" b="0">
                <a:solidFill>
                  <a:srgbClr val="23282D"/>
                </a:solidFill>
                <a:latin typeface="Aptos"/>
              </a:defRPr>
            </a:pPr>
            <a:r>
              <a:t>Implement secure sign-up, login and protected-route access.</a:t>
            </a:r>
          </a:p>
        </p:txBody>
      </p:sp>
      <p:pic>
        <p:nvPicPr>
          <p:cNvPr id="7" name="Picture 6" descr="task1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5961"/>
            <a:ext cx="7397495" cy="41547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17830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50" b="1">
                <a:solidFill>
                  <a:srgbClr val="18365C"/>
                </a:solidFill>
                <a:latin typeface="Aptos"/>
              </a:defRPr>
            </a:pPr>
            <a:r>
              <a:t>Key features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Login and registration interface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Password hashing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JWT-based authentication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Protected route access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MongoDB-backed user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5257800"/>
            <a:ext cx="2788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19" b="0">
                <a:solidFill>
                  <a:srgbClr val="66707A"/>
                </a:solidFill>
                <a:latin typeface="Aptos"/>
              </a:defRPr>
            </a:pPr>
            <a:r>
              <a:t>Working output documented in the report.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0" y="1691640"/>
            <a:ext cx="7543800" cy="434340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Task 2 – Employee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2F67B2"/>
                </a:solidFill>
                <a:latin typeface="Aptos"/>
              </a:defRPr>
            </a:pPr>
            <a:r>
              <a:t>Task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896112"/>
            <a:ext cx="95097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50" b="0">
                <a:solidFill>
                  <a:srgbClr val="23282D"/>
                </a:solidFill>
                <a:latin typeface="Aptos"/>
              </a:defRPr>
            </a:pPr>
            <a:r>
              <a:t>Enable administrators to perform CRUD operations on employee records with validation and authentication.</a:t>
            </a:r>
          </a:p>
        </p:txBody>
      </p:sp>
      <p:pic>
        <p:nvPicPr>
          <p:cNvPr id="7" name="Picture 6" descr="task2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5961"/>
            <a:ext cx="7397495" cy="41547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17830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50" b="1">
                <a:solidFill>
                  <a:srgbClr val="18365C"/>
                </a:solidFill>
                <a:latin typeface="Aptos"/>
              </a:defRPr>
            </a:pPr>
            <a:r>
              <a:t>Key features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Employee dashboard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Add / read / update / delete controls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Department and role information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Searchable employee records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Authenticated administrative interface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0" y="1691640"/>
            <a:ext cx="7543800" cy="434340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Task 3 – Local Store E-commerce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2F67B2"/>
                </a:solidFill>
                <a:latin typeface="Aptos"/>
              </a:defRPr>
            </a:pPr>
            <a:r>
              <a:t>Task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896112"/>
            <a:ext cx="95097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50" b="0">
                <a:solidFill>
                  <a:srgbClr val="23282D"/>
                </a:solidFill>
                <a:latin typeface="Aptos"/>
              </a:defRPr>
            </a:pPr>
            <a:r>
              <a:t>Enable customers to browse products and purchase through a practical shopping interface.</a:t>
            </a:r>
          </a:p>
        </p:txBody>
      </p:sp>
      <p:pic>
        <p:nvPicPr>
          <p:cNvPr id="7" name="Picture 6" descr="task3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5961"/>
            <a:ext cx="7397495" cy="41547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17830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50" b="1">
                <a:solidFill>
                  <a:srgbClr val="18365C"/>
                </a:solidFill>
                <a:latin typeface="Aptos"/>
              </a:defRPr>
            </a:pPr>
            <a:r>
              <a:t>Key features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Product catalogue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Product cards and prices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Shopping cart indicator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Category/navigation interface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Add-to-cart interaction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0" y="1691640"/>
            <a:ext cx="7543800" cy="434340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Task 4 – Real-Time Chat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2F67B2"/>
                </a:solidFill>
                <a:latin typeface="Aptos"/>
              </a:defRPr>
            </a:pPr>
            <a:r>
              <a:t>Task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896112"/>
            <a:ext cx="95097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50" b="0">
                <a:solidFill>
                  <a:srgbClr val="23282D"/>
                </a:solidFill>
                <a:latin typeface="Aptos"/>
              </a:defRPr>
            </a:pPr>
            <a:r>
              <a:t>Use WebSocket technology to enable instant messaging between users.</a:t>
            </a:r>
          </a:p>
        </p:txBody>
      </p:sp>
      <p:pic>
        <p:nvPicPr>
          <p:cNvPr id="7" name="Picture 6" descr="task4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5961"/>
            <a:ext cx="7397495" cy="41547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17830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50" b="1">
                <a:solidFill>
                  <a:srgbClr val="18365C"/>
                </a:solidFill>
                <a:latin typeface="Aptos"/>
              </a:defRPr>
            </a:pPr>
            <a:r>
              <a:t>Key features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Conversation list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Online status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Message history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Sender/receiver message styling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Message composer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0" y="1691640"/>
            <a:ext cx="7543800" cy="434340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Task 5 – Social Media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2F67B2"/>
                </a:solidFill>
                <a:latin typeface="Aptos"/>
              </a:defRPr>
            </a:pPr>
            <a:r>
              <a:t>Task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896112"/>
            <a:ext cx="95097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50" b="0">
                <a:solidFill>
                  <a:srgbClr val="23282D"/>
                </a:solidFill>
                <a:latin typeface="Aptos"/>
              </a:defRPr>
            </a:pPr>
            <a:r>
              <a:t>Allow users to create profiles, share posts and interact with other users.</a:t>
            </a:r>
          </a:p>
        </p:txBody>
      </p:sp>
      <p:pic>
        <p:nvPicPr>
          <p:cNvPr id="7" name="Picture 6" descr="task5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5961"/>
            <a:ext cx="7397495" cy="41547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17830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50" b="1">
                <a:solidFill>
                  <a:srgbClr val="18365C"/>
                </a:solidFill>
                <a:latin typeface="Aptos"/>
              </a:defRPr>
            </a:pPr>
            <a:r>
              <a:t>Key features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User profile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Post composer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Feed-style post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Likes / comments / share controls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Trending topics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Results &amp;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60704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0">
                <a:solidFill>
                  <a:srgbClr val="23282D"/>
                </a:solidFill>
                <a:latin typeface="Aptos"/>
              </a:defRPr>
            </a:pPr>
            <a:r>
              <a:t>The internship connected requirements, implementation, testing and documentation across a range of web application concepts.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18365C"/>
                </a:solidFill>
                <a:latin typeface="Aptos"/>
              </a:defRPr>
            </a:pPr>
            <a:r>
              <a:t>Key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82D"/>
                </a:solidFill>
                <a:latin typeface="Aptos"/>
              </a:defRPr>
            </a:pPr>
            <a:r>
              <a:t>•  Improved understanding of full-stack web application structure.</a:t>
            </a:r>
          </a:p>
          <a:p>
            <a:pPr>
              <a:spcAft>
                <a:spcPts val="700"/>
              </a:spcAft>
              <a:defRPr sz="1380">
                <a:solidFill>
                  <a:srgbClr val="23282D"/>
                </a:solidFill>
                <a:latin typeface="Aptos"/>
              </a:defRPr>
            </a:pPr>
            <a:r>
              <a:t>•  Practical experience with HTML, CSS and JavaScript.</a:t>
            </a:r>
          </a:p>
          <a:p>
            <a:pPr>
              <a:spcAft>
                <a:spcPts val="700"/>
              </a:spcAft>
              <a:defRPr sz="1380">
                <a:solidFill>
                  <a:srgbClr val="23282D"/>
                </a:solidFill>
                <a:latin typeface="Aptos"/>
              </a:defRPr>
            </a:pPr>
            <a:r>
              <a:t>•  Better understanding of Node.js and Express.js.</a:t>
            </a:r>
          </a:p>
          <a:p>
            <a:pPr>
              <a:spcAft>
                <a:spcPts val="700"/>
              </a:spcAft>
              <a:defRPr sz="1380">
                <a:solidFill>
                  <a:srgbClr val="23282D"/>
                </a:solidFill>
                <a:latin typeface="Aptos"/>
              </a:defRPr>
            </a:pPr>
            <a:r>
              <a:t>•  Understanding of secure password storage and token-based authentication.</a:t>
            </a:r>
          </a:p>
          <a:p>
            <a:pPr>
              <a:spcAft>
                <a:spcPts val="700"/>
              </a:spcAft>
              <a:defRPr sz="1380">
                <a:solidFill>
                  <a:srgbClr val="23282D"/>
                </a:solidFill>
                <a:latin typeface="Aptos"/>
              </a:defRPr>
            </a:pPr>
            <a:r>
              <a:t>•  Practical experience connecting an application to MongoDB.</a:t>
            </a:r>
          </a:p>
          <a:p>
            <a:pPr>
              <a:spcAft>
                <a:spcPts val="700"/>
              </a:spcAft>
              <a:defRPr sz="1380">
                <a:solidFill>
                  <a:srgbClr val="23282D"/>
                </a:solidFill>
                <a:latin typeface="Aptos"/>
              </a:defRPr>
            </a:pPr>
            <a:r>
              <a:t>•  Improved debugging and browser-based testing skills.</a:t>
            </a:r>
          </a:p>
          <a:p>
            <a:pPr>
              <a:spcAft>
                <a:spcPts val="700"/>
              </a:spcAft>
              <a:defRPr sz="1380">
                <a:solidFill>
                  <a:srgbClr val="23282D"/>
                </a:solidFill>
                <a:latin typeface="Aptos"/>
              </a:defRPr>
            </a:pPr>
            <a:r>
              <a:t>•  Better ability to translate task requirements into interfaces.</a:t>
            </a:r>
          </a:p>
          <a:p>
            <a:pPr>
              <a:spcAft>
                <a:spcPts val="700"/>
              </a:spcAft>
              <a:defRPr sz="1380">
                <a:solidFill>
                  <a:srgbClr val="23282D"/>
                </a:solidFill>
                <a:latin typeface="Aptos"/>
              </a:defRPr>
            </a:pPr>
            <a:r>
              <a:t>•  Experience documenting development work with screenshots and reports.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783080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18365C"/>
                </a:solidFill>
                <a:latin typeface="Aptos"/>
              </a:defRPr>
            </a:pPr>
            <a:r>
              <a:t>Development workflow</a:t>
            </a:r>
          </a:p>
        </p:txBody>
      </p:sp>
      <p:sp>
        <p:nvSpPr>
          <p:cNvPr id="9" name="Oval 8"/>
          <p:cNvSpPr/>
          <p:nvPr/>
        </p:nvSpPr>
        <p:spPr>
          <a:xfrm>
            <a:off x="6995160" y="2240280"/>
            <a:ext cx="384048" cy="384048"/>
          </a:xfrm>
          <a:prstGeom prst="ellipse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60" y="2258568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221992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  <a:latin typeface="Aptos"/>
              </a:defRPr>
            </a:pPr>
            <a:r>
              <a:t>Requirement</a:t>
            </a:r>
          </a:p>
        </p:txBody>
      </p:sp>
      <p:sp>
        <p:nvSpPr>
          <p:cNvPr id="12" name="Oval 11"/>
          <p:cNvSpPr/>
          <p:nvPr/>
        </p:nvSpPr>
        <p:spPr>
          <a:xfrm>
            <a:off x="6995160" y="2898648"/>
            <a:ext cx="384048" cy="384048"/>
          </a:xfrm>
          <a:prstGeom prst="ellipse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60" y="2916936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880360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  <a:latin typeface="Aptos"/>
              </a:defRPr>
            </a:pPr>
            <a:r>
              <a:t>UI / Structure</a:t>
            </a:r>
          </a:p>
        </p:txBody>
      </p:sp>
      <p:sp>
        <p:nvSpPr>
          <p:cNvPr id="15" name="Oval 14"/>
          <p:cNvSpPr/>
          <p:nvPr/>
        </p:nvSpPr>
        <p:spPr>
          <a:xfrm>
            <a:off x="6995160" y="3557016"/>
            <a:ext cx="384048" cy="384048"/>
          </a:xfrm>
          <a:prstGeom prst="ellipse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3575304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538728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  <a:latin typeface="Aptos"/>
              </a:defRPr>
            </a:pPr>
            <a:r>
              <a:t>Backend / Data</a:t>
            </a:r>
          </a:p>
        </p:txBody>
      </p:sp>
      <p:sp>
        <p:nvSpPr>
          <p:cNvPr id="18" name="Oval 17"/>
          <p:cNvSpPr/>
          <p:nvPr/>
        </p:nvSpPr>
        <p:spPr>
          <a:xfrm>
            <a:off x="6995160" y="4215384"/>
            <a:ext cx="384048" cy="384048"/>
          </a:xfrm>
          <a:prstGeom prst="ellipse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95160" y="4233672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197096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1" name="Oval 20"/>
          <p:cNvSpPr/>
          <p:nvPr/>
        </p:nvSpPr>
        <p:spPr>
          <a:xfrm>
            <a:off x="6995160" y="4873752"/>
            <a:ext cx="384048" cy="384048"/>
          </a:xfrm>
          <a:prstGeom prst="ellipse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95160" y="4892040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855464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3282D"/>
                </a:solidFill>
                <a:latin typeface="Aptos"/>
              </a:defRPr>
            </a:pPr>
            <a:r>
              <a:t>Documentation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828800" y="868680"/>
            <a:ext cx="8549640" cy="544068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Supporting Document – Offer Letter</a:t>
            </a:r>
          </a:p>
        </p:txBody>
      </p:sp>
      <p:pic>
        <p:nvPicPr>
          <p:cNvPr id="5" name="Picture 4" descr="813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310" y="923544"/>
            <a:ext cx="3772620" cy="53309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05840" y="914400"/>
            <a:ext cx="10149840" cy="539496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Supporting Document – Internship Completion Certificate</a:t>
            </a:r>
          </a:p>
        </p:txBody>
      </p:sp>
      <p:pic>
        <p:nvPicPr>
          <p:cNvPr id="5" name="Picture 4" descr="813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204" y="960120"/>
            <a:ext cx="7501111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400" b="1">
                <a:solidFill>
                  <a:srgbClr val="18365C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900" b="1">
                <a:solidFill>
                  <a:srgbClr val="2F67B2"/>
                </a:solidFill>
                <a:latin typeface="Aptos"/>
              </a:defRPr>
            </a:pPr>
            <a:r>
              <a:t>Web Development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98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 b="0">
                <a:solidFill>
                  <a:srgbClr val="23282D"/>
                </a:solidFill>
                <a:latin typeface="Aptos"/>
              </a:defRPr>
            </a:pPr>
            <a:r>
              <a:t>Prodigy InfoTech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3063240"/>
            <a:ext cx="80924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23160" y="3401568"/>
            <a:ext cx="736092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 b="0">
                <a:solidFill>
                  <a:srgbClr val="23282D"/>
                </a:solidFill>
                <a:latin typeface="Aptos"/>
              </a:defRPr>
            </a:pPr>
            <a:r>
              <a:t>The internship strengthened practical skills in web development, authentication,</a:t>
            </a:r>
            <a:br/>
            <a:r>
              <a:t>backend APIs, database connectivity, testing and technical documentation.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66707A"/>
                </a:solidFill>
                <a:latin typeface="Aptos"/>
              </a:defRPr>
            </a:pPr>
            <a:r>
              <a:t>ANAND RAJ  |  B.Tech CSE  |  IILM University, Greater Noida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Anand Raj177</cp:lastModifiedBy>
  <cp:revision>2</cp:revision>
  <dcterms:created xsi:type="dcterms:W3CDTF">2013-01-27T09:14:16Z</dcterms:created>
  <dcterms:modified xsi:type="dcterms:W3CDTF">2026-08-28T18:59:04Z</dcterms:modified>
  <cp:category/>
</cp:coreProperties>
</file>